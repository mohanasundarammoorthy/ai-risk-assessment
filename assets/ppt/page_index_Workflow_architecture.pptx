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9326563"/>
  <p:notesSz cx="9326563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38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74520" y="320040"/>
            <a:ext cx="9966960" cy="1865376"/>
          </a:xfrm>
          <a:prstGeom prst="roundRect">
            <a:avLst>
              <a:gd name="adj" fmla="val 49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2F69C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755648" y="2788920"/>
            <a:ext cx="9966960" cy="4142232"/>
          </a:xfrm>
          <a:prstGeom prst="roundRect">
            <a:avLst>
              <a:gd name="adj" fmla="val 2637"/>
            </a:avLst>
          </a:prstGeom>
          <a:solidFill>
            <a:srgbClr val="FFFFFF">
              <a:alpha val="0"/>
            </a:srgbClr>
          </a:solidFill>
          <a:ln w="12700">
            <a:solidFill>
              <a:srgbClr val="7A2BB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783080" y="7571232"/>
            <a:ext cx="9966960" cy="1298448"/>
          </a:xfrm>
          <a:prstGeom prst="roundRect">
            <a:avLst>
              <a:gd name="adj" fmla="val 7742"/>
            </a:avLst>
          </a:prstGeom>
          <a:solidFill>
            <a:srgbClr val="FFFFFF">
              <a:alpha val="0"/>
            </a:srgbClr>
          </a:solidFill>
          <a:ln w="12700">
            <a:solidFill>
              <a:srgbClr val="2896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74520" y="146304"/>
            <a:ext cx="128016" cy="128016"/>
          </a:xfrm>
          <a:prstGeom prst="ellipse">
            <a:avLst/>
          </a:prstGeom>
          <a:solidFill>
            <a:srgbClr val="2F69C9"/>
          </a:solidFill>
          <a:ln w="12700">
            <a:solidFill>
              <a:srgbClr val="2F6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39112" y="137160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Flow — </a:t>
            </a:r>
            <a:r>
              <a:rPr lang="en-US" sz="1400" b="1" dirty="0" err="1">
                <a:solidFill>
                  <a:srgbClr val="2F6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PageIndex</a:t>
            </a:r>
            <a:r>
              <a:rPr lang="en-US" sz="1400" b="1" dirty="0">
                <a:solidFill>
                  <a:srgbClr val="2F6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Chatbot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74520" y="2587752"/>
            <a:ext cx="128016" cy="128016"/>
          </a:xfrm>
          <a:prstGeom prst="ellipse">
            <a:avLst/>
          </a:prstGeom>
          <a:solidFill>
            <a:srgbClr val="7A2BBE"/>
          </a:solidFill>
          <a:ln w="12700">
            <a:solidFill>
              <a:srgbClr val="7A2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39112" y="257860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B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Flow — AI Assessment Tool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7342632"/>
            <a:ext cx="128016" cy="128016"/>
          </a:xfrm>
          <a:prstGeom prst="ellipse">
            <a:avLst/>
          </a:prstGeom>
          <a:solidFill>
            <a:srgbClr val="28967B"/>
          </a:solidFill>
          <a:ln w="12700">
            <a:solidFill>
              <a:srgbClr val="2896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39112" y="733348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89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Storage — Azure Cosmos DB (NoSQL API)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" y="813816"/>
            <a:ext cx="621792" cy="621792"/>
          </a:xfrm>
          <a:prstGeom prst="ellipse">
            <a:avLst/>
          </a:prstGeom>
          <a:solidFill>
            <a:srgbClr val="F2F7FB"/>
          </a:solidFill>
          <a:ln w="12700">
            <a:solidFill>
              <a:srgbClr val="2F6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" y="100584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5087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" y="3758184"/>
            <a:ext cx="621792" cy="621792"/>
          </a:xfrm>
          <a:prstGeom prst="ellipse">
            <a:avLst/>
          </a:prstGeom>
          <a:solidFill>
            <a:srgbClr val="F2F7FB"/>
          </a:solidFill>
          <a:ln w="12700">
            <a:solidFill>
              <a:srgbClr val="7A2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" y="39502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🧑‍💻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8785" y="4480401"/>
            <a:ext cx="8072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00884" y="438912"/>
            <a:ext cx="256032" cy="256032"/>
          </a:xfrm>
          <a:prstGeom prst="ellipse">
            <a:avLst/>
          </a:prstGeom>
          <a:solidFill>
            <a:srgbClr val="2F69C9"/>
          </a:solidFill>
          <a:ln w="12700">
            <a:solidFill>
              <a:srgbClr val="2F69C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00884" y="448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21408" y="685800"/>
            <a:ext cx="1014984" cy="658368"/>
          </a:xfrm>
          <a:prstGeom prst="roundRect">
            <a:avLst>
              <a:gd name="adj" fmla="val 16667"/>
            </a:avLst>
          </a:prstGeom>
          <a:solidFill>
            <a:srgbClr val="3E78D6"/>
          </a:solidFill>
          <a:ln w="12700">
            <a:solidFill>
              <a:srgbClr val="3E78D6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21408" y="813816"/>
            <a:ext cx="101498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01168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Interface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16002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/ App UI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329684" y="438912"/>
            <a:ext cx="256032" cy="256032"/>
          </a:xfrm>
          <a:prstGeom prst="ellipse">
            <a:avLst/>
          </a:prstGeom>
          <a:solidFill>
            <a:srgbClr val="2F69C9"/>
          </a:solidFill>
          <a:ln w="12700">
            <a:solidFill>
              <a:srgbClr val="2F69C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29684" y="448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50208" y="685800"/>
            <a:ext cx="1014984" cy="658368"/>
          </a:xfrm>
          <a:prstGeom prst="roundRect">
            <a:avLst>
              <a:gd name="adj" fmla="val 16667"/>
            </a:avLst>
          </a:prstGeom>
          <a:solidFill>
            <a:srgbClr val="4146B4"/>
          </a:solidFill>
          <a:ln w="12700">
            <a:solidFill>
              <a:srgbClr val="4146B4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50208" y="813816"/>
            <a:ext cx="101498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840480" y="13898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Index Retriever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16002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Orchestration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305743" y="426453"/>
            <a:ext cx="256032" cy="256032"/>
          </a:xfrm>
          <a:prstGeom prst="ellipse">
            <a:avLst/>
          </a:prstGeom>
          <a:solidFill>
            <a:srgbClr val="2F69C9"/>
          </a:solidFill>
          <a:ln w="12700">
            <a:solidFill>
              <a:srgbClr val="2F69C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23963" y="47548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25312" y="699136"/>
            <a:ext cx="1014984" cy="658368"/>
          </a:xfrm>
          <a:prstGeom prst="roundRect">
            <a:avLst>
              <a:gd name="adj" fmla="val 16667"/>
            </a:avLst>
          </a:prstGeom>
          <a:solidFill>
            <a:srgbClr val="3E78D6"/>
          </a:solidFill>
          <a:ln w="12700">
            <a:solidFill>
              <a:srgbClr val="3E78D6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13375" y="868493"/>
            <a:ext cx="101498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747004" y="14171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 DB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87948" y="161281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Index Table 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7970847" y="428130"/>
            <a:ext cx="256032" cy="256032"/>
          </a:xfrm>
          <a:prstGeom prst="ellipse">
            <a:avLst/>
          </a:prstGeom>
          <a:solidFill>
            <a:srgbClr val="2F69C9"/>
          </a:solidFill>
          <a:ln w="12700">
            <a:solidFill>
              <a:srgbClr val="2F69C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33529" y="513171"/>
            <a:ext cx="290390" cy="168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4778" y="709592"/>
            <a:ext cx="1014984" cy="658368"/>
          </a:xfrm>
          <a:prstGeom prst="roundRect">
            <a:avLst>
              <a:gd name="adj" fmla="val 16667"/>
            </a:avLst>
          </a:prstGeom>
          <a:solidFill>
            <a:srgbClr val="5A9444"/>
          </a:solidFill>
          <a:ln w="12700">
            <a:solidFill>
              <a:srgbClr val="5A9444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054778" y="837608"/>
            <a:ext cx="101498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923555" y="1478179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Bedrock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908610" y="16743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Haiku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449437" y="425371"/>
            <a:ext cx="256032" cy="256032"/>
          </a:xfrm>
          <a:prstGeom prst="ellipse">
            <a:avLst/>
          </a:prstGeom>
          <a:solidFill>
            <a:srgbClr val="2F69C9"/>
          </a:solidFill>
          <a:ln w="12700">
            <a:solidFill>
              <a:srgbClr val="2F69C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1006101" y="44805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719259" y="685800"/>
            <a:ext cx="1014984" cy="658368"/>
          </a:xfrm>
          <a:prstGeom prst="roundRect">
            <a:avLst>
              <a:gd name="adj" fmla="val 16667"/>
            </a:avLst>
          </a:prstGeom>
          <a:solidFill>
            <a:srgbClr val="68A7EF"/>
          </a:solidFill>
          <a:ln w="12700">
            <a:solidFill>
              <a:srgbClr val="68A7EF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696228" y="881719"/>
            <a:ext cx="101498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📥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0696228" y="1399611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650645" y="15898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Reply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3314700" y="1106429"/>
            <a:ext cx="457200" cy="173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37560" y="1353312"/>
            <a:ext cx="36576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65776" y="1133874"/>
            <a:ext cx="804672" cy="12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Lookup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66360" y="1353312"/>
            <a:ext cx="62179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73563" y="1119380"/>
            <a:ext cx="93541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82165" y="1344830"/>
            <a:ext cx="440626" cy="7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126485" y="1120645"/>
            <a:ext cx="539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104120" y="1308192"/>
            <a:ext cx="630936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2592324" y="2926080"/>
            <a:ext cx="256032" cy="256032"/>
          </a:xfrm>
          <a:prstGeom prst="ellipse">
            <a:avLst/>
          </a:prstGeom>
          <a:solidFill>
            <a:srgbClr val="7A2BBE"/>
          </a:solidFill>
          <a:ln w="12700">
            <a:solidFill>
              <a:srgbClr val="7A2BBE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592324" y="2935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21408" y="3172968"/>
            <a:ext cx="1197864" cy="658368"/>
          </a:xfrm>
          <a:prstGeom prst="roundRect">
            <a:avLst>
              <a:gd name="adj" fmla="val 16667"/>
            </a:avLst>
          </a:prstGeom>
          <a:solidFill>
            <a:srgbClr val="7A2BBE"/>
          </a:solidFill>
          <a:ln w="12700">
            <a:solidFill>
              <a:srgbClr val="7A2BBE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121408" y="3300984"/>
            <a:ext cx="119786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201168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Interface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011680" y="4087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UI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5335524" y="2926080"/>
            <a:ext cx="256032" cy="256032"/>
          </a:xfrm>
          <a:prstGeom prst="ellipse">
            <a:avLst/>
          </a:prstGeom>
          <a:solidFill>
            <a:srgbClr val="7A2BBE"/>
          </a:solidFill>
          <a:ln w="12700">
            <a:solidFill>
              <a:srgbClr val="7A2BBE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335524" y="2935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864608" y="3172968"/>
            <a:ext cx="1197864" cy="658368"/>
          </a:xfrm>
          <a:prstGeom prst="roundRect">
            <a:avLst>
              <a:gd name="adj" fmla="val 16667"/>
            </a:avLst>
          </a:prstGeom>
          <a:solidFill>
            <a:srgbClr val="3E78D6"/>
          </a:solidFill>
          <a:ln w="12700">
            <a:solidFill>
              <a:srgbClr val="3E78D6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64608" y="3300984"/>
            <a:ext cx="119786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475488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 DB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754880" y="418181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Index Table + </a:t>
            </a:r>
          </a:p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Answer Table + Session ID Table</a:t>
            </a:r>
            <a:endParaRPr lang="en-US" sz="880" dirty="0"/>
          </a:p>
        </p:txBody>
      </p:sp>
      <p:sp>
        <p:nvSpPr>
          <p:cNvPr id="68" name="Shape 66"/>
          <p:cNvSpPr/>
          <p:nvPr/>
        </p:nvSpPr>
        <p:spPr>
          <a:xfrm>
            <a:off x="8078724" y="2926080"/>
            <a:ext cx="256032" cy="256032"/>
          </a:xfrm>
          <a:prstGeom prst="ellipse">
            <a:avLst/>
          </a:prstGeom>
          <a:solidFill>
            <a:srgbClr val="7A2BBE"/>
          </a:solidFill>
          <a:ln w="12700">
            <a:solidFill>
              <a:srgbClr val="7A2BBE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078724" y="2935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607808" y="3172968"/>
            <a:ext cx="1197864" cy="658368"/>
          </a:xfrm>
          <a:prstGeom prst="roundRect">
            <a:avLst>
              <a:gd name="adj" fmla="val 16667"/>
            </a:avLst>
          </a:prstGeom>
          <a:solidFill>
            <a:srgbClr val="5A9444"/>
          </a:solidFill>
          <a:ln w="12700">
            <a:solidFill>
              <a:srgbClr val="5A9444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607808" y="3300984"/>
            <a:ext cx="119786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749808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</a:t>
            </a:r>
            <a:r>
              <a:rPr lang="en-US" sz="1100" b="1" dirty="0" err="1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Bedrick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498080" y="4087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Question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10821924" y="2926080"/>
            <a:ext cx="256032" cy="256032"/>
          </a:xfrm>
          <a:prstGeom prst="ellipse">
            <a:avLst/>
          </a:prstGeom>
          <a:solidFill>
            <a:srgbClr val="7A2BBE"/>
          </a:solidFill>
          <a:ln w="12700">
            <a:solidFill>
              <a:srgbClr val="7A2BBE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821924" y="2935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351008" y="3172968"/>
            <a:ext cx="1197864" cy="658368"/>
          </a:xfrm>
          <a:prstGeom prst="roundRect">
            <a:avLst>
              <a:gd name="adj" fmla="val 16667"/>
            </a:avLst>
          </a:prstGeom>
          <a:solidFill>
            <a:srgbClr val="4146B4"/>
          </a:solidFill>
          <a:ln w="12700">
            <a:solidFill>
              <a:srgbClr val="4146B4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351008" y="3300984"/>
            <a:ext cx="1197864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⚖️</a:t>
            </a:r>
            <a:endParaRPr lang="en-US" sz="2400" dirty="0"/>
          </a:p>
        </p:txBody>
      </p:sp>
      <p:sp>
        <p:nvSpPr>
          <p:cNvPr id="78" name="Text 76"/>
          <p:cNvSpPr/>
          <p:nvPr/>
        </p:nvSpPr>
        <p:spPr>
          <a:xfrm>
            <a:off x="1024128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Analyser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10241280" y="4087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vs Ref Cross-</a:t>
            </a:r>
            <a:endParaRPr lang="en-US" sz="880" dirty="0"/>
          </a:p>
        </p:txBody>
      </p:sp>
      <p:sp>
        <p:nvSpPr>
          <p:cNvPr id="80" name="Text 78"/>
          <p:cNvSpPr/>
          <p:nvPr/>
        </p:nvSpPr>
        <p:spPr>
          <a:xfrm>
            <a:off x="10241280" y="42062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880" dirty="0"/>
          </a:p>
        </p:txBody>
      </p:sp>
      <p:sp>
        <p:nvSpPr>
          <p:cNvPr id="81" name="Text 79"/>
          <p:cNvSpPr/>
          <p:nvPr/>
        </p:nvSpPr>
        <p:spPr>
          <a:xfrm>
            <a:off x="3657600" y="40142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Session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611880" y="4178808"/>
            <a:ext cx="100584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400800" y="40142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Q&amp;A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355080" y="4178808"/>
            <a:ext cx="100584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144000" y="40142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Answer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098280" y="4178808"/>
            <a:ext cx="100584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231544" y="4526859"/>
            <a:ext cx="9289895" cy="2358563"/>
          </a:xfrm>
          <a:prstGeom prst="roundRect">
            <a:avLst>
              <a:gd name="adj" fmla="val 4959"/>
            </a:avLst>
          </a:prstGeom>
          <a:solidFill>
            <a:srgbClr val="F7F7F7"/>
          </a:solidFill>
          <a:ln w="12700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313432" y="48286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D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ANALYSIS PIPELINE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2473452" y="5166940"/>
            <a:ext cx="868680" cy="685800"/>
          </a:xfrm>
          <a:prstGeom prst="roundRect">
            <a:avLst>
              <a:gd name="adj" fmla="val 16000"/>
            </a:avLst>
          </a:prstGeom>
          <a:solidFill>
            <a:srgbClr val="EAAF3F"/>
          </a:solidFill>
          <a:ln w="12700">
            <a:solidFill>
              <a:srgbClr val="EAAF3F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473452" y="5294956"/>
            <a:ext cx="8686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2318004" y="588017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Engine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2180844" y="609048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93" name="Text 91"/>
          <p:cNvSpPr/>
          <p:nvPr/>
        </p:nvSpPr>
        <p:spPr>
          <a:xfrm>
            <a:off x="2318004" y="62185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80" dirty="0"/>
          </a:p>
        </p:txBody>
      </p:sp>
      <p:sp>
        <p:nvSpPr>
          <p:cNvPr id="94" name="Shape 92"/>
          <p:cNvSpPr/>
          <p:nvPr/>
        </p:nvSpPr>
        <p:spPr>
          <a:xfrm>
            <a:off x="5143500" y="5166940"/>
            <a:ext cx="868680" cy="685800"/>
          </a:xfrm>
          <a:prstGeom prst="roundRect">
            <a:avLst>
              <a:gd name="adj" fmla="val 16000"/>
            </a:avLst>
          </a:prstGeom>
          <a:solidFill>
            <a:srgbClr val="EA8A2D"/>
          </a:solidFill>
          <a:ln w="12700">
            <a:solidFill>
              <a:srgbClr val="EA8A2D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143500" y="5294956"/>
            <a:ext cx="8686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4924044" y="58801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Rule-Based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4924044" y="60356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4786884" y="6241071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rules per</a:t>
            </a:r>
            <a:endParaRPr lang="en-US" sz="880" dirty="0"/>
          </a:p>
        </p:txBody>
      </p:sp>
      <p:sp>
        <p:nvSpPr>
          <p:cNvPr id="99" name="Text 97"/>
          <p:cNvSpPr/>
          <p:nvPr/>
        </p:nvSpPr>
        <p:spPr>
          <a:xfrm>
            <a:off x="5015484" y="631908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880" dirty="0"/>
          </a:p>
        </p:txBody>
      </p:sp>
      <p:sp>
        <p:nvSpPr>
          <p:cNvPr id="100" name="Shape 98"/>
          <p:cNvSpPr/>
          <p:nvPr/>
        </p:nvSpPr>
        <p:spPr>
          <a:xfrm>
            <a:off x="7685532" y="5166940"/>
            <a:ext cx="868680" cy="685800"/>
          </a:xfrm>
          <a:prstGeom prst="roundRect">
            <a:avLst>
              <a:gd name="adj" fmla="val 16000"/>
            </a:avLst>
          </a:prstGeom>
          <a:solidFill>
            <a:srgbClr val="C53A2F"/>
          </a:solidFill>
          <a:ln w="12700">
            <a:solidFill>
              <a:srgbClr val="C53A2F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685532" y="5294956"/>
            <a:ext cx="8686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2300" dirty="0"/>
          </a:p>
        </p:txBody>
      </p:sp>
      <p:sp>
        <p:nvSpPr>
          <p:cNvPr id="102" name="Text 100"/>
          <p:cNvSpPr/>
          <p:nvPr/>
        </p:nvSpPr>
        <p:spPr>
          <a:xfrm>
            <a:off x="7466076" y="58801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Report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7374636" y="621850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Report</a:t>
            </a:r>
            <a:endParaRPr lang="en-US" sz="880" dirty="0"/>
          </a:p>
        </p:txBody>
      </p:sp>
      <p:sp>
        <p:nvSpPr>
          <p:cNvPr id="104" name="Shape 102"/>
          <p:cNvSpPr/>
          <p:nvPr/>
        </p:nvSpPr>
        <p:spPr>
          <a:xfrm>
            <a:off x="10181844" y="5166940"/>
            <a:ext cx="868680" cy="685800"/>
          </a:xfrm>
          <a:prstGeom prst="roundRect">
            <a:avLst>
              <a:gd name="adj" fmla="val 16000"/>
            </a:avLst>
          </a:prstGeom>
          <a:solidFill>
            <a:srgbClr val="3E78D6"/>
          </a:solidFill>
          <a:ln w="12700">
            <a:solidFill>
              <a:srgbClr val="3E78D6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0181844" y="5294956"/>
            <a:ext cx="8686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400" dirty="0"/>
          </a:p>
        </p:txBody>
      </p:sp>
      <p:sp>
        <p:nvSpPr>
          <p:cNvPr id="106" name="Text 104"/>
          <p:cNvSpPr/>
          <p:nvPr/>
        </p:nvSpPr>
        <p:spPr>
          <a:xfrm>
            <a:off x="10026396" y="58801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Dynamo DB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9724644" y="621850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Index Store (shared)</a:t>
            </a:r>
            <a:endParaRPr lang="en-US" sz="880" dirty="0"/>
          </a:p>
        </p:txBody>
      </p:sp>
      <p:sp>
        <p:nvSpPr>
          <p:cNvPr id="108" name="Text 106"/>
          <p:cNvSpPr/>
          <p:nvPr/>
        </p:nvSpPr>
        <p:spPr>
          <a:xfrm>
            <a:off x="3433572" y="574301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387852" y="5852740"/>
            <a:ext cx="1197864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6112764" y="5743012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067044" y="5852740"/>
            <a:ext cx="1161288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8692976" y="5825308"/>
            <a:ext cx="139903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4" name="Shape 112"/>
          <p:cNvSpPr/>
          <p:nvPr/>
        </p:nvSpPr>
        <p:spPr>
          <a:xfrm>
            <a:off x="4558284" y="648367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CA332D"/>
          </a:solidFill>
          <a:ln w="12700">
            <a:solidFill>
              <a:srgbClr val="CA3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4649724" y="6538540"/>
            <a:ext cx="128016" cy="12801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4759452" y="652025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5975604" y="6483676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E5962D"/>
          </a:solidFill>
          <a:ln w="12700">
            <a:solidFill>
              <a:srgbClr val="E59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6067044" y="6538540"/>
            <a:ext cx="128016" cy="12801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6176772" y="652025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7575804" y="648367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5AA444"/>
          </a:solidFill>
          <a:ln w="12700">
            <a:solidFill>
              <a:srgbClr val="5AA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7667244" y="6538540"/>
            <a:ext cx="128016" cy="128016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7776972" y="652025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611880" y="7653528"/>
            <a:ext cx="31546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2D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3685032" y="7708392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CC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 Page Index Store</a:t>
            </a:r>
            <a:r>
              <a:rPr lang="en-US" sz="1050" dirty="0">
                <a:solidFill>
                  <a:srgbClr val="4D4D4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  </a:t>
            </a:r>
            <a:r>
              <a:rPr lang="en-US" sz="1050">
                <a:solidFill>
                  <a:srgbClr val="4D4D4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Page Index Mapping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4443984" y="8055864"/>
            <a:ext cx="3182112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2D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4443984" y="807588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CC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 Reference Answers</a:t>
            </a:r>
            <a:r>
              <a:rPr lang="en-US" sz="1050" dirty="0">
                <a:solidFill>
                  <a:srgbClr val="4D4D4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  Ground-truth answers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5501208" y="8485632"/>
            <a:ext cx="27889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2D6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5628132" y="8531931"/>
            <a:ext cx="2642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CC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 Session Logs</a:t>
            </a:r>
            <a:r>
              <a:rPr lang="en-US" sz="1050" dirty="0">
                <a:solidFill>
                  <a:srgbClr val="4D4D4D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  Assessment history</a:t>
            </a:r>
            <a:endParaRPr lang="en-US" sz="1050" dirty="0"/>
          </a:p>
        </p:txBody>
      </p:sp>
      <p:sp>
        <p:nvSpPr>
          <p:cNvPr id="125" name="Shape 55">
            <a:extLst>
              <a:ext uri="{FF2B5EF4-FFF2-40B4-BE49-F238E27FC236}">
                <a16:creationId xmlns:a16="http://schemas.microsoft.com/office/drawing/2014/main" id="{828374DB-2DCC-D4C3-4F91-C115E83ACCD8}"/>
              </a:ext>
            </a:extLst>
          </p:cNvPr>
          <p:cNvSpPr/>
          <p:nvPr/>
        </p:nvSpPr>
        <p:spPr>
          <a:xfrm>
            <a:off x="7632519" y="720669"/>
            <a:ext cx="932688" cy="700566"/>
          </a:xfrm>
          <a:prstGeom prst="roundRect">
            <a:avLst>
              <a:gd name="adj" fmla="val 16667"/>
            </a:avLst>
          </a:prstGeom>
          <a:solidFill>
            <a:srgbClr val="7A2BBE"/>
          </a:solidFill>
          <a:ln w="12700">
            <a:solidFill>
              <a:srgbClr val="7A2BBE"/>
            </a:solidFill>
            <a:prstDash val="solid"/>
          </a:ln>
          <a:effectLst>
            <a:outerShdw blurRad="25400" dist="12700" dir="27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6" name="Shape 50">
            <a:extLst>
              <a:ext uri="{FF2B5EF4-FFF2-40B4-BE49-F238E27FC236}">
                <a16:creationId xmlns:a16="http://schemas.microsoft.com/office/drawing/2014/main" id="{1BB40338-625A-2AB0-701B-7F4FF9D3A3FE}"/>
              </a:ext>
            </a:extLst>
          </p:cNvPr>
          <p:cNvSpPr/>
          <p:nvPr/>
        </p:nvSpPr>
        <p:spPr>
          <a:xfrm>
            <a:off x="8627611" y="1307610"/>
            <a:ext cx="440626" cy="7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26">
            <a:extLst>
              <a:ext uri="{FF2B5EF4-FFF2-40B4-BE49-F238E27FC236}">
                <a16:creationId xmlns:a16="http://schemas.microsoft.com/office/drawing/2014/main" id="{ABEF2762-13AE-DC05-2E43-F49FA19E165A}"/>
              </a:ext>
            </a:extLst>
          </p:cNvPr>
          <p:cNvSpPr/>
          <p:nvPr/>
        </p:nvSpPr>
        <p:spPr>
          <a:xfrm>
            <a:off x="7706426" y="999352"/>
            <a:ext cx="889027" cy="22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Page content fetch </a:t>
            </a:r>
            <a:endParaRPr lang="en-US" sz="1400" dirty="0"/>
          </a:p>
        </p:txBody>
      </p:sp>
      <p:sp>
        <p:nvSpPr>
          <p:cNvPr id="133" name="Text 49">
            <a:extLst>
              <a:ext uri="{FF2B5EF4-FFF2-40B4-BE49-F238E27FC236}">
                <a16:creationId xmlns:a16="http://schemas.microsoft.com/office/drawing/2014/main" id="{3DCD5F85-D73D-1E76-5980-33E892A9C567}"/>
              </a:ext>
            </a:extLst>
          </p:cNvPr>
          <p:cNvSpPr/>
          <p:nvPr/>
        </p:nvSpPr>
        <p:spPr>
          <a:xfrm>
            <a:off x="8350131" y="1038618"/>
            <a:ext cx="93541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000" dirty="0"/>
          </a:p>
        </p:txBody>
      </p:sp>
      <p:sp>
        <p:nvSpPr>
          <p:cNvPr id="134" name="Shape 39">
            <a:extLst>
              <a:ext uri="{FF2B5EF4-FFF2-40B4-BE49-F238E27FC236}">
                <a16:creationId xmlns:a16="http://schemas.microsoft.com/office/drawing/2014/main" id="{A7321F5C-39DB-D8C7-6055-2A10E02BCCFA}"/>
              </a:ext>
            </a:extLst>
          </p:cNvPr>
          <p:cNvSpPr/>
          <p:nvPr/>
        </p:nvSpPr>
        <p:spPr>
          <a:xfrm>
            <a:off x="11011833" y="384038"/>
            <a:ext cx="256032" cy="256032"/>
          </a:xfrm>
          <a:prstGeom prst="ellipse">
            <a:avLst/>
          </a:prstGeom>
          <a:solidFill>
            <a:srgbClr val="2F69C9"/>
          </a:solidFill>
          <a:ln w="12700">
            <a:solidFill>
              <a:srgbClr val="2F69C9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5" name="Text 40">
            <a:extLst>
              <a:ext uri="{FF2B5EF4-FFF2-40B4-BE49-F238E27FC236}">
                <a16:creationId xmlns:a16="http://schemas.microsoft.com/office/drawing/2014/main" id="{202C968D-55BB-F5DF-A59A-DC2DFA971EC5}"/>
              </a:ext>
            </a:extLst>
          </p:cNvPr>
          <p:cNvSpPr/>
          <p:nvPr/>
        </p:nvSpPr>
        <p:spPr>
          <a:xfrm>
            <a:off x="9436566" y="53133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37" name="Text 40">
            <a:extLst>
              <a:ext uri="{FF2B5EF4-FFF2-40B4-BE49-F238E27FC236}">
                <a16:creationId xmlns:a16="http://schemas.microsoft.com/office/drawing/2014/main" id="{EFACA60C-60F5-770D-C690-31B082CDD329}"/>
              </a:ext>
            </a:extLst>
          </p:cNvPr>
          <p:cNvSpPr/>
          <p:nvPr/>
        </p:nvSpPr>
        <p:spPr>
          <a:xfrm>
            <a:off x="10964509" y="452628"/>
            <a:ext cx="297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165</Words>
  <Application>Microsoft Macintosh PowerPoint</Application>
  <PresentationFormat>Custom</PresentationFormat>
  <Paragraphs>79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Segoe UI Emoji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 Index Chatbot and AI Assessment Tool Architecture</dc:title>
  <dc:subject>Recreated architecture diagram</dc:subject>
  <dc:creator>OpenAI</dc:creator>
  <cp:lastModifiedBy>Savitha Thangavel</cp:lastModifiedBy>
  <cp:revision>6</cp:revision>
  <dcterms:created xsi:type="dcterms:W3CDTF">2026-04-09T21:27:48Z</dcterms:created>
  <dcterms:modified xsi:type="dcterms:W3CDTF">2026-04-10T09:50:53Z</dcterms:modified>
</cp:coreProperties>
</file>